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Background: API-level tests cannot detect scheduler misbehaviour on SMP. Solution: 12 scenario tests in 4 groups, built on a shared harness and a background starvation monitor. No kernel code 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scenario applies a controlled load, discards warm-up, measures work per task and CPU placement, cleans up, then asserts. Impact: early detection of SMP hang and deadlock bugs with zero product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SMP Scheduler Scenario Tests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TizenRT PR #7499  ·  Test code only  ·  Merged to master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286000" cy="3474720"/>
          </a:xfrm>
          <a:prstGeom prst="roundRect">
            <a:avLst>
              <a:gd name="adj" fmla="val 32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37360"/>
            <a:ext cx="1965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 boards hit hangs and deadlocks.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tests check APIs, not behavior.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scheduler still passes them.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84048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 check of real scheduling under load.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 WHAT WE ADDED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20840" y="1298448"/>
            <a:ext cx="164592" cy="146304"/>
          </a:xfrm>
          <a:prstGeom prst="roundRect">
            <a:avLst>
              <a:gd name="adj" fmla="val 50000"/>
            </a:avLst>
          </a:prstGeom>
          <a:solidFill>
            <a:srgbClr val="0E9F9A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31152" y="126187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498080" y="1298448"/>
            <a:ext cx="164592" cy="146304"/>
          </a:xfrm>
          <a:prstGeom prst="roundRect">
            <a:avLst>
              <a:gd name="adj" fmla="val 50000"/>
            </a:avLst>
          </a:prstGeom>
          <a:solidFill>
            <a:srgbClr val="C9D1DB"/>
          </a:solidFill>
          <a:ln w="12700">
            <a:solidFill>
              <a:srgbClr val="C9D1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08392" y="126187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937760" y="1600200"/>
            <a:ext cx="1828800" cy="347472"/>
          </a:xfrm>
          <a:prstGeom prst="roundRect">
            <a:avLst>
              <a:gd name="adj" fmla="val 21053"/>
            </a:avLst>
          </a:prstGeom>
          <a:solidFill>
            <a:srgbClr val="C9D1DB"/>
          </a:solidFill>
          <a:ln w="12700">
            <a:solidFill>
              <a:srgbClr val="C9D1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160020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test runner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852160" y="1947672"/>
            <a:ext cx="-2194560" cy="292608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017520" y="2240280"/>
            <a:ext cx="1280160" cy="566928"/>
          </a:xfrm>
          <a:prstGeom prst="roundRect">
            <a:avLst>
              <a:gd name="adj" fmla="val 12903"/>
            </a:avLst>
          </a:prstGeom>
          <a:solidFill>
            <a:srgbClr val="0E9F9A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017520" y="224028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tests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52160" y="1947672"/>
            <a:ext cx="-731520" cy="292608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80560" y="2240280"/>
            <a:ext cx="1280160" cy="566928"/>
          </a:xfrm>
          <a:prstGeom prst="roundRect">
            <a:avLst>
              <a:gd name="adj" fmla="val 12903"/>
            </a:avLst>
          </a:prstGeom>
          <a:solidFill>
            <a:srgbClr val="0E9F9A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80560" y="224028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SMP starvation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test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852160" y="1947672"/>
            <a:ext cx="731520" cy="292608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943600" y="2240280"/>
            <a:ext cx="1280160" cy="566928"/>
          </a:xfrm>
          <a:prstGeom prst="roundRect">
            <a:avLst>
              <a:gd name="adj" fmla="val 12903"/>
            </a:avLst>
          </a:prstGeom>
          <a:solidFill>
            <a:srgbClr val="0E9F9A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43600" y="224028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tests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852160" y="1947672"/>
            <a:ext cx="2194560" cy="292608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406640" y="2240280"/>
            <a:ext cx="1280160" cy="566928"/>
          </a:xfrm>
          <a:prstGeom prst="roundRect">
            <a:avLst>
              <a:gd name="adj" fmla="val 12903"/>
            </a:avLst>
          </a:prstGeom>
          <a:solidFill>
            <a:srgbClr val="0E9F9A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06640" y="224028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Affinity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tests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017520" y="3108960"/>
            <a:ext cx="2651760" cy="566928"/>
          </a:xfrm>
          <a:prstGeom prst="roundRect">
            <a:avLst>
              <a:gd name="adj" fmla="val 12903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017520" y="31089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harness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Load, measure, verdict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35040" y="3108960"/>
            <a:ext cx="2651760" cy="566928"/>
          </a:xfrm>
          <a:prstGeom prst="roundRect">
            <a:avLst>
              <a:gd name="adj" fmla="val 12903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035040" y="31089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Starvation monitor</a:t>
            </a:r>
            <a:endParaRPr lang="en-US" sz="11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stuck tasks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852160" y="2807208"/>
            <a:ext cx="-1508760" cy="30175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852160" y="2807208"/>
            <a:ext cx="1508760" cy="30175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017520" y="3977640"/>
            <a:ext cx="5669280" cy="731520"/>
          </a:xfrm>
          <a:prstGeom prst="roundRect">
            <a:avLst>
              <a:gd name="adj" fmla="val 10000"/>
            </a:avLst>
          </a:prstGeom>
          <a:solidFill>
            <a:srgbClr val="EEF2F6"/>
          </a:solidFill>
          <a:ln w="12700">
            <a:solidFill>
              <a:srgbClr val="C9D1D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200400" y="39776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TizenRT scheduler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852160" y="4160520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C9D1DB"/>
          </a:solidFill>
          <a:ln w="12700">
            <a:solidFill>
              <a:srgbClr val="C9D1D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852160" y="416052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23760" y="4160520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C9D1DB"/>
          </a:solidFill>
          <a:ln w="12700">
            <a:solidFill>
              <a:srgbClr val="C9D1D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23760" y="416052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43400" y="3675888"/>
            <a:ext cx="0" cy="30175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360920" y="3675888"/>
            <a:ext cx="0" cy="301752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 and What It Catches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load on real cores. Checks behavior, not return codes.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load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CPU-bound tasks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856232" y="1600200"/>
            <a:ext cx="288036" cy="0"/>
          </a:xfrm>
          <a:prstGeom prst="line">
            <a:avLst/>
          </a:prstGeom>
          <a:noFill/>
          <a:ln w="19050">
            <a:solidFill>
              <a:srgbClr val="0E9F9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171700" y="12344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71700" y="1234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up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ms, discarded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70732" y="1600200"/>
            <a:ext cx="288036" cy="0"/>
          </a:xfrm>
          <a:prstGeom prst="line">
            <a:avLst/>
          </a:prstGeom>
          <a:noFill/>
          <a:ln w="19050">
            <a:solidFill>
              <a:srgbClr val="0E9F9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886200" y="12344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86200" y="1234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to 3 s window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285232" y="1600200"/>
            <a:ext cx="288036" cy="0"/>
          </a:xfrm>
          <a:prstGeom prst="line">
            <a:avLst/>
          </a:prstGeom>
          <a:noFill/>
          <a:ln w="19050">
            <a:solidFill>
              <a:srgbClr val="0E9F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600700" y="12344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00700" y="1234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up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verdict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9732" y="1600200"/>
            <a:ext cx="288036" cy="0"/>
          </a:xfrm>
          <a:prstGeom prst="line">
            <a:avLst/>
          </a:prstGeom>
          <a:noFill/>
          <a:ln w="19050">
            <a:solidFill>
              <a:srgbClr val="0E9F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315200" y="12344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F4A259"/>
          </a:solidFill>
          <a:ln w="12700">
            <a:solidFill>
              <a:srgbClr val="F4A25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0" y="12344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Fail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+ tolerance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F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CATCHES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2651760"/>
            <a:ext cx="310896" cy="310896"/>
          </a:xfrm>
          <a:prstGeom prst="ellipse">
            <a:avLst/>
          </a:prstGeom>
          <a:solidFill>
            <a:srgbClr val="0E9F9A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87552" y="265176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Round-robin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0175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never gets its turn.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560320" y="25146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7480" y="2651760"/>
            <a:ext cx="310896" cy="310896"/>
          </a:xfrm>
          <a:prstGeom prst="ellipse">
            <a:avLst/>
          </a:prstGeom>
          <a:solidFill>
            <a:srgbClr val="0E9F9A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9748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090672" y="265176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Starvation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697480" y="30175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ready task waits too long.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63440" y="25146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00600" y="2651760"/>
            <a:ext cx="310896" cy="310896"/>
          </a:xfrm>
          <a:prstGeom prst="ellipse">
            <a:avLst/>
          </a:prstGeom>
          <a:solidFill>
            <a:srgbClr val="0E9F9A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193792" y="265176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800600" y="30175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work is not preempting.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766560" y="25146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03720" y="2651760"/>
            <a:ext cx="310896" cy="310896"/>
          </a:xfrm>
          <a:prstGeom prst="ellipse">
            <a:avLst/>
          </a:prstGeom>
          <a:solidFill>
            <a:srgbClr val="0E9F9A"/>
          </a:solidFill>
          <a:ln w="12700">
            <a:solidFill>
              <a:srgbClr val="0E9F9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0372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296912" y="265176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Affinity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903720" y="301752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runs on the wrong CPU.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39319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0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4434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scheduler checks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2560320" y="39319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43" name="Text 41"/>
          <p:cNvSpPr txBox="1"/>
          <p:nvPr/>
        </p:nvSpPr>
        <p:spPr>
          <a:xfrm>
            <a:off x="2560320" y="4434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code changes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4663440" y="39319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45" name="Text 43"/>
          <p:cNvSpPr txBox="1"/>
          <p:nvPr/>
        </p:nvSpPr>
        <p:spPr>
          <a:xfrm>
            <a:off x="4663440" y="4434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Hang/deadlock bug classes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6766560" y="39319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Nightly</a:t>
            </a:r>
            <a:endParaRPr lang="en-US" sz="3000" dirty="0"/>
          </a:p>
        </p:txBody>
      </p:sp>
      <p:sp>
        <p:nvSpPr>
          <p:cNvPr id="47" name="Text 45"/>
          <p:cNvSpPr txBox="1"/>
          <p:nvPr/>
        </p:nvSpPr>
        <p:spPr>
          <a:xfrm>
            <a:off x="6766560" y="4434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Regression, opt-in config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2026-09-25T06:11:30Z</dcterms:created>
  <dcterms:modified xsi:type="dcterms:W3CDTF">2026-09-25T06:11:30Z</dcterms:modified>
</cp:coreProperties>
</file>